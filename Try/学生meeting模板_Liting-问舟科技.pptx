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604" r:id="rId3"/>
    <p:sldId id="620" r:id="rId4"/>
    <p:sldId id="624" r:id="rId5"/>
    <p:sldId id="623" r:id="rId6"/>
    <p:sldId id="621" r:id="rId7"/>
    <p:sldId id="622" r:id="rId8"/>
    <p:sldId id="626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97"/>
    <p:restoredTop sz="96976"/>
  </p:normalViewPr>
  <p:slideViewPr>
    <p:cSldViewPr snapToGrid="0">
      <p:cViewPr varScale="1">
        <p:scale>
          <a:sx n="113" d="100"/>
          <a:sy n="113" d="100"/>
        </p:scale>
        <p:origin x="2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2F3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AI 生成的内容可能不正确。"/>
          <p:cNvPicPr>
            <a:picLocks noChangeAspect="1"/>
          </p:cNvPicPr>
          <p:nvPr userDrawn="1"/>
        </p:nvPicPr>
        <p:blipFill>
          <a:blip r:embed="rId2">
            <a:alphaModFix amt="15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rcRect l="13909" t="33720" r="64377" b="31290"/>
          <a:stretch>
            <a:fillRect/>
          </a:stretch>
        </p:blipFill>
        <p:spPr>
          <a:xfrm>
            <a:off x="7041381" y="820312"/>
            <a:ext cx="7870789" cy="72416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&#10;&#10;AI 生成的内容可能不正确。"/>
          <p:cNvPicPr>
            <a:picLocks noChangeAspect="1"/>
          </p:cNvPicPr>
          <p:nvPr userDrawn="1"/>
        </p:nvPicPr>
        <p:blipFill>
          <a:blip r:embed="rId2"/>
          <a:srcRect t="7385"/>
          <a:stretch>
            <a:fillRect/>
          </a:stretch>
        </p:blipFill>
        <p:spPr>
          <a:xfrm>
            <a:off x="9688658" y="0"/>
            <a:ext cx="2442067" cy="129138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321276"/>
            <a:ext cx="189806" cy="527221"/>
          </a:xfrm>
          <a:prstGeom prst="rect">
            <a:avLst/>
          </a:prstGeom>
          <a:solidFill>
            <a:srgbClr val="2F3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652348"/>
            <a:ext cx="12192000" cy="205652"/>
          </a:xfrm>
          <a:prstGeom prst="rect">
            <a:avLst/>
          </a:prstGeom>
          <a:solidFill>
            <a:srgbClr val="2F3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AI 生成的内容可能不正确。"/>
          <p:cNvPicPr>
            <a:picLocks noChangeAspect="1"/>
          </p:cNvPicPr>
          <p:nvPr userDrawn="1"/>
        </p:nvPicPr>
        <p:blipFill>
          <a:blip r:embed="rId2"/>
          <a:srcRect t="7385"/>
          <a:stretch>
            <a:fillRect/>
          </a:stretch>
        </p:blipFill>
        <p:spPr>
          <a:xfrm>
            <a:off x="9688658" y="0"/>
            <a:ext cx="2442067" cy="129138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21276"/>
            <a:ext cx="189806" cy="527221"/>
          </a:xfrm>
          <a:prstGeom prst="rect">
            <a:avLst/>
          </a:prstGeom>
          <a:solidFill>
            <a:srgbClr val="2F3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6652348"/>
            <a:ext cx="12192000" cy="205652"/>
          </a:xfrm>
          <a:prstGeom prst="rect">
            <a:avLst/>
          </a:prstGeom>
          <a:solidFill>
            <a:srgbClr val="2F3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标题幻灯片">
    <p:bg>
      <p:bgPr>
        <a:solidFill>
          <a:srgbClr val="2F3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4A46E-5502-8448-88CD-05273D558E53}" type="datetimeFigureOut">
              <a:rPr kumimoji="1" lang="zh-CN" altLang="en-US" smtClean="0"/>
              <a:t>2026/3/11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E550D-4A31-064E-822C-9D59438E83F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文本&#10;&#10;AI 生成的内容可能不正确。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232"/>
            <a:ext cx="3658825" cy="2089087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13644" y="2422132"/>
            <a:ext cx="11164710" cy="2013735"/>
            <a:chOff x="513644" y="2539930"/>
            <a:chExt cx="11164710" cy="2013735"/>
          </a:xfrm>
        </p:grpSpPr>
        <p:sp>
          <p:nvSpPr>
            <p:cNvPr id="12" name="文本框 11"/>
            <p:cNvSpPr txBox="1"/>
            <p:nvPr/>
          </p:nvSpPr>
          <p:spPr>
            <a:xfrm>
              <a:off x="2958530" y="3907334"/>
              <a:ext cx="62749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36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kumimoji="1" lang="zh-CN" altLang="en-US" sz="36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问道</a:t>
              </a:r>
              <a:r>
                <a:rPr kumimoji="1" lang="en-GB" altLang="zh-CN" sz="36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kumimoji="1" lang="zh-CN" altLang="en-US" sz="36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舟载英才 </a:t>
              </a:r>
              <a:r>
                <a:rPr kumimoji="1" lang="en-US" altLang="zh-CN" sz="3600" b="1" i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endParaRPr kumimoji="1" lang="zh-CN" altLang="en-US" sz="36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13644" y="2539930"/>
              <a:ext cx="1116471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i="1" spc="400" dirty="0">
                  <a:solidFill>
                    <a:schemeClr val="bg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科研计划报告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99321" y="5332780"/>
            <a:ext cx="9793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</a:t>
            </a:r>
            <a:r>
              <a:rPr kumimoji="1"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上海问舟科技有限公司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手动输入 1"/>
          <p:cNvSpPr/>
          <p:nvPr/>
        </p:nvSpPr>
        <p:spPr>
          <a:xfrm rot="16200000" flipV="1">
            <a:off x="-1710267" y="1710267"/>
            <a:ext cx="6858000" cy="3437466"/>
          </a:xfrm>
          <a:prstGeom prst="flowChartManualInput">
            <a:avLst/>
          </a:prstGeom>
          <a:solidFill>
            <a:srgbClr val="2F3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6254" y="734927"/>
            <a:ext cx="7343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spc="4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8000" b="1" i="1" spc="400" dirty="0">
              <a:solidFill>
                <a:schemeClr val="bg1">
                  <a:lumMod val="9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92984" y="2661621"/>
            <a:ext cx="58531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zh-CN" altLang="en-US" sz="3200" b="1" spc="400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zh-CN" altLang="en-US" sz="3200" b="1" spc="400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研究兴趣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zh-CN" altLang="en-US" sz="3200" b="1" spc="400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学术成果展示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zh-CN" altLang="en-US" sz="3200" b="1" spc="400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科研计划与期望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zh-CN" altLang="en-US" sz="3200" b="1" spc="400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问题和讨论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8049" y="301821"/>
            <a:ext cx="939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1343" y="1164948"/>
            <a:ext cx="1080966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、学历背景：</a:t>
            </a:r>
          </a:p>
          <a:p>
            <a:pPr algn="just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院校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学位：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中国科学技术大学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地球物理学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大气科学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学术学位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硕士学位）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中国科学技术大学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工商管理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学士学位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</a:p>
          <a:p>
            <a:pPr algn="just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	UIUC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NRES-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生态遥感（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Phd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第二年在读）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、科研经历：                                      </a:t>
            </a:r>
          </a:p>
          <a:p>
            <a:pPr algn="just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2021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-2024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月，在中科大大气科学实验室期间，主要从事大气辐射传输模拟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贝叶斯方法的降水反演。</a:t>
            </a:r>
          </a:p>
          <a:p>
            <a:pPr algn="just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2024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月至今，在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UIUC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NRES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实验室期间，主要研究知识引导的机器学习（主要是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GRU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框架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在农业生态量化和数据同化上的应用。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Pipline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和第一篇论文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outline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已完成。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月至今，自研选股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网格量化策略。正在做回测。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、技能和专长：</a:t>
            </a:r>
          </a:p>
          <a:p>
            <a:pPr algn="just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编程语言：精通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algn="just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深度学习框架：熟练使用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PyTorch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algn="just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数据处理：具有丰富的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Pandas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NumPy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进行数据清洗和分析的经验。</a:t>
            </a:r>
          </a:p>
          <a:p>
            <a:pPr algn="just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英语：具备流畅的英语阅读和写作能力，有流畅的农业生态方向的科研向的口语交流能力。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8049" y="301821"/>
            <a:ext cx="939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研究兴趣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3542" y="1341592"/>
            <a:ext cx="10809668" cy="2780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研究兴趣：</a:t>
            </a:r>
            <a:br>
              <a:rPr lang="zh-CN" altLang="en-US" b="1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b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想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做量化交易的课题，因为主要目标是去找量化的实习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可以是因子选取、选股策略、风险控制等等。这方面比较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open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l">
              <a:lnSpc>
                <a:spcPct val="200000"/>
              </a:lnSpc>
            </a:pPr>
            <a:b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endParaRPr lang="zh-CN" alt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8049" y="301821"/>
            <a:ext cx="939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学术成果展示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6044" y="886596"/>
            <a:ext cx="1041038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、论文发表情况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《Impacts of Shape Assumptions on Z–R Relationship and Satellite Remote Sensing Clouds Based on Model Simulations and GPM Observations》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、待投论文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《The Impacts of Land Emissivity and Shape Assumption of Ice Particle on the Microwave Radiation Transfer Modeling and Satellite Retrieving of Surface Rain Rate》</a:t>
            </a: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《Assess the Impact of Cover Crop on Agroecosystem Production and Soil Health through Knowledge-Guided Machine Learning》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、所获奖励：</a:t>
            </a:r>
          </a:p>
          <a:p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奖学金：本科和硕士期间每年都获得奖学金，</a:t>
            </a:r>
            <a:r>
              <a:rPr lang="en-US" altLang="zh-CN" sz="2000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Phd</a:t>
            </a: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全奖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8049" y="301821"/>
            <a:ext cx="939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科研计划与期望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2907" y="1206509"/>
            <a:ext cx="10809668" cy="4615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、研究计划：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）近期计划：继续目前的研究工作，重点在于完成未发表的生态遥感的论文和量化交易策略。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）长期计划：我希望能够博士顺利毕业、并且在量化交易上加深了解和应用。</a:t>
            </a: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、对导师的期望：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）技术指导：希望导师能够提供一些关于量化交易上的项目建议和指导；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）学术支持：希望导师能够帮助我跟进最新的市场动态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量化技术，并提供一些关于工作选择、论文写作和发表的建议；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）科研素养：希望老师培养自己找到量化市场的待解决问题、和解决问题的能力。</a:t>
            </a: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以上是我对未来科研工作的规划和期望，期待与导师的合作，共同推进研究。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8049" y="301821"/>
            <a:ext cx="9397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问题和讨论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2907" y="1341592"/>
            <a:ext cx="108096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、导师对于我的研究方向</a:t>
            </a: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（生态农业量化和金融量化交易）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的看法：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①这个研究方向的前沿和趋势是什么？</a:t>
            </a:r>
            <a:endParaRPr lang="en-US" altLang="zh-CN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②导师能否分享一些关于这个领域的经验或建议？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、关于研究成果的可能性：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①在当前的资源和条件下，能否容易地在这个方向上取得突破？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②有什么策略或方法可以提高研究成果的产出？</a:t>
            </a:r>
          </a:p>
          <a:p>
            <a:pPr algn="just">
              <a:lnSpc>
                <a:spcPct val="150000"/>
              </a:lnSpc>
            </a:pPr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我期待通过这次交流，更深入地了解我的研究领域，并获得导师的宝贵建议。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11427" y="3105834"/>
            <a:ext cx="105691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b="1" dirty="0">
                <a:solidFill>
                  <a:srgbClr val="2F3FF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文本&#10;&#10;AI 生成的内容可能不正确。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232"/>
            <a:ext cx="3658825" cy="208908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8999" y="1132652"/>
            <a:ext cx="10553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使命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9191" y="2040719"/>
            <a:ext cx="106736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</a:t>
            </a:r>
            <a:r>
              <a:rPr kumimoji="1" lang="en-GB" altLang="zh-CN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学术文明</a:t>
            </a:r>
            <a:endParaRPr kumimoji="1" lang="en-US" altLang="zh-CN" sz="80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助力</a:t>
            </a:r>
            <a:r>
              <a:rPr kumimoji="1" lang="en-GB" altLang="zh-CN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8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科技向善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文本&#10;&#10;AI 生成的内容可能不正确。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232"/>
            <a:ext cx="3658825" cy="208908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8999" y="1132652"/>
            <a:ext cx="10553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愿景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8978" y="1934362"/>
            <a:ext cx="10934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l"/>
            </a:pP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个国家、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r>
              <a:rPr kumimoji="1" lang="en-GB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企业、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所高校及科研机构，建立开放协作的全球学术资源共享平台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28978" y="3151413"/>
            <a:ext cx="10934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万名顶级科研工作者、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万学员，形成“学术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r>
              <a:rPr kumimoji="1" lang="en-US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双向驱动的良性循环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28978" y="4368464"/>
            <a:ext cx="10934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赋能</a:t>
            </a:r>
            <a:r>
              <a:rPr kumimoji="1" lang="en-GB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全产业链人才实现可持续终身职业成长，成为全球领先的</a:t>
            </a:r>
            <a:r>
              <a:rPr kumimoji="1" lang="en-GB" altLang="zh-CN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kumimoji="1" lang="zh-CN" altLang="en-US" sz="32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学术产业领导者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文本&#10;&#10;AI 生成的内容可能不正确。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232"/>
            <a:ext cx="3658825" cy="208908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8999" y="1132652"/>
            <a:ext cx="10553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价值观 </a:t>
            </a:r>
            <a:r>
              <a:rPr kumimoji="1"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8978" y="1717427"/>
            <a:ext cx="10934038" cy="243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5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全球视野   知行合一   教学相长</a:t>
            </a:r>
            <a:endParaRPr kumimoji="1" lang="en-US" altLang="zh-CN" sz="5400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5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坦诚开放   极致敢为   行稳致远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文本&#10;&#10;AI 生成的内容可能不正确。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4232"/>
            <a:ext cx="3658825" cy="208908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9191" y="2351036"/>
            <a:ext cx="106736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88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问道</a:t>
            </a:r>
            <a:r>
              <a:rPr kumimoji="1" lang="en-GB" altLang="zh-CN" sz="88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kumimoji="1" lang="zh-CN" altLang="en-US" sz="88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舟载英才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787</Words>
  <Application>Microsoft Macintosh PowerPoint</Application>
  <PresentationFormat>宽屏</PresentationFormat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微软雅黑</vt:lpstr>
      <vt:lpstr>微软雅黑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峰 徐</dc:creator>
  <cp:lastModifiedBy>Mai, Liting</cp:lastModifiedBy>
  <cp:revision>84</cp:revision>
  <dcterms:created xsi:type="dcterms:W3CDTF">2025-04-12T11:03:00Z</dcterms:created>
  <dcterms:modified xsi:type="dcterms:W3CDTF">2026-03-11T20:47:00Z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571A7F4DC62F4BE1B5879615E8BD1E50_12</vt:lpwstr>
  </property>
  <property fmtid="{D5CDD505-2E9C-101B-9397-08002B2CF9AE}" pid="3" name="KSOProductBuildVer">
    <vt:lpwstr>2052-12.8.2.17149</vt:lpwstr>
  </property>
</Properties>
</file>